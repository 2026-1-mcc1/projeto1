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00503000000020004" pitchFamily="2" charset="0"/>
      <p:regular r:id="rId4"/>
      <p:bold r:id="rId5"/>
      <p:italic r:id="rId6"/>
      <p:boldItalic r:id="rId7"/>
    </p:embeddedFont>
    <p:embeddedFont>
      <p:font typeface="Open Sans" pitchFamily="2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79"/>
    <p:restoredTop sz="94667"/>
  </p:normalViewPr>
  <p:slideViewPr>
    <p:cSldViewPr snapToGrid="0">
      <p:cViewPr>
        <p:scale>
          <a:sx n="50" d="100"/>
          <a:sy n="50" d="100"/>
        </p:scale>
        <p:origin x="1208" y="-1344"/>
      </p:cViewPr>
      <p:guideLst>
        <p:guide orient="horz" pos="4366"/>
        <p:guide pos="5488"/>
      </p:guideLst>
    </p:cSldViewPr>
  </p:slideViewPr>
  <p:notesTextViewPr>
    <p:cViewPr>
      <p:scale>
        <a:sx n="80" d="100"/>
        <a:sy n="8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24840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8253126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021684"/>
            <a:ext cx="12527228" cy="824265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pt-BR" sz="6769" noProof="1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762" b="1" noProof="1">
                  <a:solidFill>
                    <a:srgbClr val="000000"/>
                  </a:solidFill>
                  <a:latin typeface="Open Sans ExtraBold"/>
                  <a:ea typeface="Open Sans ExtraBold"/>
                  <a:cs typeface="Open Sans ExtraBold"/>
                  <a:sym typeface="Open Sans"/>
                </a:rPr>
                <a:t>REFERÊNCIAS</a:t>
              </a:r>
              <a:endParaRPr lang="pt-BR" noProof="1"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77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INTRODUÇÃO</a:t>
            </a:r>
            <a:endParaRPr lang="pt-BR" noProof="1"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pt-BR" sz="6769" noProof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6769" noProof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434" b="1" noProof="1">
                <a:latin typeface="Open Sans ExtraBold"/>
                <a:ea typeface="Open Sans ExtraBold"/>
                <a:cs typeface="Open Sans ExtraBold"/>
                <a:sym typeface="Open Sans"/>
              </a:rPr>
              <a:t>URBAN CHASE</a:t>
            </a:r>
            <a:endParaRPr lang="pt-BR" noProof="1"/>
          </a:p>
        </p:txBody>
      </p:sp>
      <p:sp>
        <p:nvSpPr>
          <p:cNvPr id="127" name="Google Shape;127;p1"/>
          <p:cNvSpPr txBox="1"/>
          <p:nvPr/>
        </p:nvSpPr>
        <p:spPr>
          <a:xfrm>
            <a:off x="-234723" y="6355587"/>
            <a:ext cx="29324843" cy="2051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André Makoto, Caio Fabio, Davi Varella, Davi Moraes</a:t>
            </a:r>
            <a:endParaRPr lang="pt-BR" noProof="1"/>
          </a:p>
          <a:p>
            <a:pPr lvl="0" algn="ctr">
              <a:lnSpc>
                <a:spcPct val="140025"/>
              </a:lnSpc>
            </a:pPr>
            <a:r>
              <a:rPr lang="pt-BR" sz="4762" noProof="1">
                <a:solidFill>
                  <a:srgbClr val="000000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  <a:sym typeface="Open Sans"/>
              </a:rPr>
              <a:t>Orientadores</a:t>
            </a:r>
            <a:r>
              <a:rPr lang="pt-BR" sz="4762" noProof="1">
                <a:latin typeface="Open Sans Light" pitchFamily="2" charset="0"/>
                <a:ea typeface="Open Sans Light" pitchFamily="2" charset="0"/>
                <a:cs typeface="Open Sans Light" pitchFamily="2" charset="0"/>
                <a:sym typeface="Open Sans"/>
              </a:rPr>
              <a:t>: Adriano Felix, David de Oliveira, Eduardo Savino, Luis Pires Renata Muniz, Victor Rosetti </a:t>
            </a:r>
            <a:endParaRPr lang="pt-BR" noProof="1">
              <a:latin typeface="Open Sans Light" pitchFamily="2" charset="0"/>
              <a:ea typeface="Open Sans Light" pitchFamily="2" charset="0"/>
              <a:cs typeface="Open Sans Light" pitchFamily="2" charset="0"/>
            </a:endParaRPr>
          </a:p>
        </p:txBody>
      </p:sp>
      <p:sp>
        <p:nvSpPr>
          <p:cNvPr id="128" name="Google Shape;128;p1"/>
          <p:cNvSpPr txBox="1"/>
          <p:nvPr/>
        </p:nvSpPr>
        <p:spPr>
          <a:xfrm>
            <a:off x="15324243" y="15152551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Cena Planejamento: Urban Chase</a:t>
            </a:r>
            <a:endParaRPr lang="pt-BR" noProof="1"/>
          </a:p>
        </p:txBody>
      </p:sp>
      <p:sp>
        <p:nvSpPr>
          <p:cNvPr id="129" name="Google Shape;129;p1"/>
          <p:cNvSpPr txBox="1"/>
          <p:nvPr/>
        </p:nvSpPr>
        <p:spPr>
          <a:xfrm>
            <a:off x="15353293" y="23110704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noProof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Urban Chase (2026)</a:t>
            </a:r>
            <a:endParaRPr lang="pt-BR" noProof="1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TECNOLOGIAS UTILIZADAS</a:t>
            </a:r>
            <a:endParaRPr lang="pt-BR" noProof="1"/>
          </a:p>
        </p:txBody>
      </p:sp>
      <p:sp>
        <p:nvSpPr>
          <p:cNvPr id="131" name="Google Shape;131;p1"/>
          <p:cNvSpPr txBox="1"/>
          <p:nvPr/>
        </p:nvSpPr>
        <p:spPr>
          <a:xfrm>
            <a:off x="1644765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RESULTADOS</a:t>
            </a:r>
            <a:endParaRPr lang="pt-BR" noProof="1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O PROBLEMA</a:t>
            </a:r>
            <a:endParaRPr lang="pt-BR" noProof="1"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762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A PROPOSTA</a:t>
            </a:r>
            <a:endParaRPr lang="pt-BR" noProof="1"/>
          </a:p>
        </p:txBody>
      </p:sp>
      <p:sp>
        <p:nvSpPr>
          <p:cNvPr id="134" name="Google Shape;134;p1"/>
          <p:cNvSpPr txBox="1"/>
          <p:nvPr/>
        </p:nvSpPr>
        <p:spPr>
          <a:xfrm>
            <a:off x="15840846" y="31787102"/>
            <a:ext cx="11400000" cy="5515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200" noProof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SILICON &amp; SYNAPSE. Rock 'n' Roll Racing. Publicado por Interplay Productions. Super Nintendo Entertainment System, 1993.</a:t>
            </a:r>
          </a:p>
          <a:p>
            <a:pPr lvl="0" algn="just">
              <a:lnSpc>
                <a:spcPct val="140000"/>
              </a:lnSpc>
            </a:pPr>
            <a:endParaRPr lang="pt-BR" sz="3200" noProof="1">
              <a:latin typeface="Open Sans Light" panose="020B0606030504020204" pitchFamily="34" charset="0"/>
              <a:ea typeface="Open Sans Light" panose="020B0606030504020204" pitchFamily="34" charset="0"/>
              <a:cs typeface="Open Sans Light" panose="020B0606030504020204" pitchFamily="34" charset="0"/>
            </a:endParaRPr>
          </a:p>
          <a:p>
            <a:pPr lvl="0" algn="just">
              <a:lnSpc>
                <a:spcPct val="140000"/>
              </a:lnSpc>
            </a:pPr>
            <a:r>
              <a:rPr lang="pt-BR" sz="3200" noProof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YGGBRASIL EDUCAÇÃO DO FUTURO. Criando um projeto com Unity 6. [S.l.]: YouTube, 2025. Disponível em: https://youtube.com/watch?v=TBUJWUvc1Eg. Acesso em: 27 mar. 2026.</a:t>
            </a:r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6334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O jogo foi desenvolvido utilizando a </a:t>
            </a:r>
            <a:r>
              <a:rPr lang="pt-BR" sz="3430" dirty="0" err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engine</a:t>
            </a: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 Unity com programação em C#, suportando toda a lógica de perseguição, física e interação com o ambiente urbano.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Unity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C#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GitHub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 err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Kanban</a:t>
            </a: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 err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Notion</a:t>
            </a: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Claude IA</a:t>
            </a:r>
          </a:p>
          <a:p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Controle de versão, gestão de tarefas, organização do projeto e suporte com inteligência artificial integrados ao fluxo de desenvolvimento.</a:t>
            </a:r>
          </a:p>
        </p:txBody>
      </p:sp>
      <p:sp>
        <p:nvSpPr>
          <p:cNvPr id="136" name="Google Shape;136;p1"/>
          <p:cNvSpPr txBox="1"/>
          <p:nvPr/>
        </p:nvSpPr>
        <p:spPr>
          <a:xfrm>
            <a:off x="1595870" y="10749184"/>
            <a:ext cx="12562800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A depredação do patrimônio público gera prejuízos diretos à coletividade, comprometendo recursos e serviços que pertencem a todos. Monumentos, vias e equipamentos urbanos danificados representam custos que recaem sobre a população, degradando a qualidade de vida nas cidades e afastando investimentos do espaço urbano. Agentes de segurança, por sua vez, enfrentam o desafio cotidiano de conter essas ocorrências sem agravar ainda mais os danos ao ambiente e às pessoas ao redor, precisando tomar decisões rápidas e precisas em situações imprevisíveis onde qualquer erro tem consequências coletivas.</a:t>
            </a:r>
            <a:endParaRPr lang="pt-BR" sz="3430" noProof="1">
              <a:solidFill>
                <a:srgbClr val="000000"/>
              </a:solidFill>
              <a:latin typeface="Open Sans Light" panose="020B0606030504020204" pitchFamily="34" charset="0"/>
              <a:ea typeface="Open Sans Light" panose="020B0606030504020204" pitchFamily="34" charset="0"/>
              <a:cs typeface="Open Sans Light" panose="020B0606030504020204" pitchFamily="34" charset="0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670967" y="21254425"/>
            <a:ext cx="12399470" cy="812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 err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Urban</a:t>
            </a: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 Chase é um jogo 3D em terceira pessoa que coloca o jogador no papel do Detetive Paul, um agente responsável por interceptar um fugitivo em ambiente urbano utilizando estratégia e raciocínio tático. Por meio de mecânicas de ponto e clique, o jogador posiciona obstáculos no cenário para conter o avanço do vândalo, vivenciando na prática a dificuldade de agir com eficiência sem causar danos colaterais à cidade e aos cidadãos. Essa experiência gamificada promove a conscientização sobre os impactos individuais e coletivos da depredação do patrimônio público, unindo entretenimento e reflexão social.</a:t>
            </a:r>
            <a:endParaRPr lang="pt-BR" sz="3430" noProof="1">
              <a:latin typeface="Open Sans Light" panose="020B0606030504020204" pitchFamily="34" charset="0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b="1" noProof="1">
                <a:latin typeface="Open Sans ExtraBold"/>
                <a:ea typeface="Open Sans ExtraBold"/>
                <a:cs typeface="Open Sans ExtraBold"/>
                <a:sym typeface="Open Sans"/>
              </a:rPr>
              <a:t>IV </a:t>
            </a:r>
            <a:r>
              <a:rPr lang="pt-BR" sz="4955" b="1" noProof="1">
                <a:solidFill>
                  <a:srgbClr val="000000"/>
                </a:solidFill>
                <a:latin typeface="Open Sans ExtraBold"/>
                <a:ea typeface="Open Sans ExtraBold"/>
                <a:cs typeface="Open Sans ExtraBold"/>
                <a:sym typeface="Open Sans"/>
              </a:rPr>
              <a:t>SEMANA FECAP DE TECNOLOGIA - 2026</a:t>
            </a:r>
            <a:endParaRPr lang="pt-BR" noProof="1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955" noProof="1">
                <a:solidFill>
                  <a:srgbClr val="000000"/>
                </a:solidFill>
                <a:latin typeface="Open Sans Light"/>
                <a:ea typeface="Open Sans Light"/>
                <a:cs typeface="Open Sans Light"/>
                <a:sym typeface="Open Sans"/>
              </a:rPr>
              <a:t>Fundação Escola de Comércio Álvares Penteado - FECAP</a:t>
            </a:r>
            <a:endParaRPr lang="pt-BR" noProof="1"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3694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/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O game </a:t>
            </a:r>
            <a:r>
              <a:rPr lang="pt-BR" sz="3430" dirty="0" err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Urban</a:t>
            </a: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 Chase foi concluído com sucesso, implementando a mecânica central de perseguição em ambiente urbano 3D e o sistema de posicionamento de obstáculos via point-</a:t>
            </a:r>
            <a:r>
              <a:rPr lang="pt-BR" sz="3430" dirty="0" err="1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and</a:t>
            </a: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-click. O jogador perde pontuação a cada colisão que o fugitivo causa durante a fuga, criando uma relação direta entre as decisões táticas do policial e o impacto gerado no patrimônio urbano.</a:t>
            </a:r>
          </a:p>
        </p:txBody>
      </p:sp>
      <p:sp>
        <p:nvSpPr>
          <p:cNvPr id="140" name="Google Shape;140;p1"/>
          <p:cNvSpPr txBox="1"/>
          <p:nvPr/>
        </p:nvSpPr>
        <p:spPr>
          <a:xfrm>
            <a:off x="15714839" y="23891010"/>
            <a:ext cx="11652014" cy="51728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rPr>
              <a:t>O comportamento autônomo do fugitivo, controlado por inteligência artificial, reage aos obstáculos posicionados e recalcula rotas em tempo real. O desenvolvimento envolveu a aplicação prática de programação em C# com Unity, e colaboração contínua entre os membros da equipe, validando tanto a proposta educativa do projeto quanto a capacidade técnica dos desenvolvedores.</a:t>
            </a:r>
            <a:endParaRPr lang="pt-BR" sz="3430" noProof="1">
              <a:latin typeface="Open Sans Light" panose="020B0606030504020204" pitchFamily="34" charset="0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2E31A99-48BE-9F4D-DD03-ADD4A74C06D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18469" y="16198183"/>
            <a:ext cx="11302847" cy="6490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508</Words>
  <Application>Microsoft Macintosh PowerPoint</Application>
  <PresentationFormat>Personalizar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Open Sans</vt:lpstr>
      <vt:lpstr>Arial</vt:lpstr>
      <vt:lpstr>Calibri</vt:lpstr>
      <vt:lpstr>Inter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Davi George Varella da Silva - 26028412</cp:lastModifiedBy>
  <cp:revision>3</cp:revision>
  <dcterms:created xsi:type="dcterms:W3CDTF">2006-08-16T00:00:00Z</dcterms:created>
  <dcterms:modified xsi:type="dcterms:W3CDTF">2026-05-08T12:21:13Z</dcterms:modified>
</cp:coreProperties>
</file>